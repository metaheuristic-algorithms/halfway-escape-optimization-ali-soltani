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71" r:id="rId4"/>
    <p:sldId id="272" r:id="rId5"/>
    <p:sldId id="273" r:id="rId6"/>
    <p:sldId id="284" r:id="rId7"/>
    <p:sldId id="285" r:id="rId8"/>
    <p:sldId id="258" r:id="rId9"/>
    <p:sldId id="259" r:id="rId10"/>
    <p:sldId id="286" r:id="rId11"/>
    <p:sldId id="260" r:id="rId12"/>
    <p:sldId id="261" r:id="rId13"/>
    <p:sldId id="262" r:id="rId14"/>
    <p:sldId id="264" r:id="rId15"/>
    <p:sldId id="265" r:id="rId16"/>
    <p:sldId id="266" r:id="rId17"/>
  </p:sldIdLst>
  <p:sldSz cx="18288000" cy="10287000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9960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1ba39-65c2-8e6c-8000-000051dc8885.png?kimi-sig=qG5J8ibE-X-8Lb-XLjy8zS_lx13PJOuS0CCvZRfUsN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1ba44-8a72-87e5-8000-0000653d73ce.png?kimi-sig=ej8G_lItir3jtA6sEjUPBWskh11u3kfFIIxXIdryB6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394E3-78CB-7BFE-A472-F2C861D81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1758C5A-20E2-A185-F5EA-E4713F64C4A3}"/>
              </a:ext>
            </a:extLst>
          </p:cNvPr>
          <p:cNvSpPr/>
          <p:nvPr/>
        </p:nvSpPr>
        <p:spPr>
          <a:xfrm>
            <a:off x="-334851" y="-59565"/>
            <a:ext cx="19215279" cy="10406130"/>
          </a:xfrm>
          <a:prstGeom prst="rect">
            <a:avLst/>
          </a:prstGeom>
          <a:solidFill>
            <a:srgbClr val="1F25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C0D3B8-2BBC-ADC4-385F-6C658F03C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7086" y="160659"/>
            <a:ext cx="7953828" cy="996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952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E64D4-CA84-5EA6-2604-D978E5706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C9837FA-5DC3-4050-D799-9EC3AF28A6D3}"/>
              </a:ext>
            </a:extLst>
          </p:cNvPr>
          <p:cNvSpPr/>
          <p:nvPr/>
        </p:nvSpPr>
        <p:spPr>
          <a:xfrm>
            <a:off x="-334851" y="-59565"/>
            <a:ext cx="19215279" cy="10406130"/>
          </a:xfrm>
          <a:prstGeom prst="rect">
            <a:avLst/>
          </a:prstGeom>
          <a:solidFill>
            <a:srgbClr val="1F25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3AE68F-824E-D05D-B747-61E5C23D1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477" y="3168263"/>
            <a:ext cx="11229046" cy="369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253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a412-b902-8078-8000-00000999da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8ECAA8B-BD96-529B-FA7E-55ECF4BD70D6}"/>
              </a:ext>
            </a:extLst>
          </p:cNvPr>
          <p:cNvSpPr/>
          <p:nvPr/>
        </p:nvSpPr>
        <p:spPr>
          <a:xfrm>
            <a:off x="-334851" y="-59565"/>
            <a:ext cx="19215279" cy="10406130"/>
          </a:xfrm>
          <a:prstGeom prst="rect">
            <a:avLst/>
          </a:prstGeom>
          <a:solidFill>
            <a:srgbClr val="1F25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3CD8A3-2996-9AE7-BB26-1DDAB0BC4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5904" y="15727"/>
            <a:ext cx="12213767" cy="1027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930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D72ED-B256-2D8D-F936-C69259758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7764FA5-31D0-4341-98A5-378697CDE70A}"/>
              </a:ext>
            </a:extLst>
          </p:cNvPr>
          <p:cNvSpPr/>
          <p:nvPr/>
        </p:nvSpPr>
        <p:spPr>
          <a:xfrm>
            <a:off x="-334851" y="-59565"/>
            <a:ext cx="19215279" cy="10406130"/>
          </a:xfrm>
          <a:prstGeom prst="rect">
            <a:avLst/>
          </a:prstGeom>
          <a:solidFill>
            <a:srgbClr val="1F25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4DA88A-4F0A-DB21-43DC-5275431E1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268" y="487402"/>
            <a:ext cx="12369464" cy="893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24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1ba43-fdd2-8ff3-8000-000018cde279.png?kimi-sig=sRjwb7u0SEQsVHFDcWhyJdLpdOSV6r_cS_XqzU7WydU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1ba45-eb02-8d5a-8000-000071009f02.png?kimi-sig=dOTYM79W4AUh8dC1vpXuIbTJREjRBD-q6Y6IQznbOz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1c72d-67e2-899c-8000-0000d920f4de.png?kimi-sig=TMAf8Wksx8mNKEWmqDMOhv3uALt0mvAyGbjSk2Y3KJ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1ba43-4812-8518-8000-0000b7c51f6b.png?kimi-sig=elWCcmI-s_bw8Ox8QKcqlRhMmm62Qz6u3ZkLADD9lx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1ba43-9b92-8991-8000-00005cf7019b.png?kimi-sig=atQzusRUc5T4WyllXBLjXFjkNaDQ1a-6VT8lBp83U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1ba52-39a2-80b0-8000-0000cb4a62ee.png?kimi-sig=Jop-2hIxooSRvhvjluF3WUXcbPn7_WvzPqe7hh9pKn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1ba50-6e02-8a3f-8000-00003f0fdd40.png?kimi-sig=40YLD_nYGAXWDfL-rvPThF57H_xoVqzMKeVdr2Ga8r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1ba51-3d72-8f8c-8000-00005e4ec195.png?kimi-sig=zhcuTAcn2IjuGDXdXyQWIz1nx9B92F5eeNY2KvIYsR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1ba50-4222-8156-8000-0000723790bc.png?kimi-sig=BM8Co9y_zBSJDU2oUobO4XwfVdAyasBvO0C7oAS05K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12</Words>
  <Application>Microsoft Office PowerPoint</Application>
  <PresentationFormat>Custom</PresentationFormat>
  <Paragraphs>12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HEO v2: Formulas &amp; Upgrades</dc:title>
  <dc:subject>HEO v2: Formulas &amp; Upgrades</dc:subject>
  <dc:creator>Kimi</dc:creator>
  <cp:lastModifiedBy>solta</cp:lastModifiedBy>
  <cp:revision>3</cp:revision>
  <dcterms:created xsi:type="dcterms:W3CDTF">2025-12-14T06:57:47Z</dcterms:created>
  <dcterms:modified xsi:type="dcterms:W3CDTF">2025-12-14T10:41:54Z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{"Label":"HEO v2: Formulas &amp; Upgrades","ContentProducer":"001191110108MACG2KBH8F10000","ProduceID":"d4v5ttpg4pnil712nj1g","ReservedCode1":"","ContentPropagator":"001191110108MACG2KBH8F20000","PropagateID":"d4v5ttpg4pnil712nj1g","ReservedCode2":""}</vt:lpwstr>
  </property>
</Properties>
</file>