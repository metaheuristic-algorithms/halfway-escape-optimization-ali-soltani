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1" r:id="rId4"/>
    <p:sldId id="258" r:id="rId5"/>
    <p:sldId id="270" r:id="rId6"/>
    <p:sldId id="273" r:id="rId7"/>
    <p:sldId id="272" r:id="rId8"/>
    <p:sldId id="275" r:id="rId9"/>
    <p:sldId id="279" r:id="rId10"/>
    <p:sldId id="274" r:id="rId11"/>
    <p:sldId id="280" r:id="rId12"/>
    <p:sldId id="277" r:id="rId13"/>
    <p:sldId id="283" r:id="rId14"/>
    <p:sldId id="259" r:id="rId15"/>
    <p:sldId id="260" r:id="rId16"/>
    <p:sldId id="261" r:id="rId17"/>
    <p:sldId id="262" r:id="rId18"/>
    <p:sldId id="263" r:id="rId19"/>
    <p:sldId id="284" r:id="rId20"/>
    <p:sldId id="285" r:id="rId21"/>
    <p:sldId id="281" r:id="rId22"/>
    <p:sldId id="282" r:id="rId23"/>
    <p:sldId id="265" r:id="rId24"/>
    <p:sldId id="269" r:id="rId2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14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C889-FE98-F8C3-42E9-0A1C5B27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30C84-F0F1-8F38-1F4C-5B18AD400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38280-2408-305F-282A-BD71E195E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E5C49-685E-3D66-A892-95CCE294E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61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3f1-4c92-8d46-8000-0000d55381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0a-6c72-8313-8000-0000e2d75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94E3-78CB-7BFE-A472-F2C861D8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1758C5A-20E2-A185-F5EA-E4713F64C4A3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0D3B8-2BBC-ADC4-385F-6C658F03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86" y="0"/>
            <a:ext cx="7953828" cy="99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5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08-4c32-8647-8000-0000335229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F3B006-2750-4CF6-B8BA-95FB0801E7D1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https://kimi-img.moonshot.cn/pub/slides/banana/19ade29c-2612-8f10-8000-0000a2005bb7.png">
            <a:extLst>
              <a:ext uri="{FF2B5EF4-FFF2-40B4-BE49-F238E27FC236}">
                <a16:creationId xmlns:a16="http://schemas.microsoft.com/office/drawing/2014/main" id="{EA1F8C56-4FD4-DC56-9A63-6DCC5F1D6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917" r="90625">
                        <a14:foregroundMark x1="40347" y1="44074" x2="40347" y2="44074"/>
                        <a14:foregroundMark x1="15903" y1="52346" x2="12986" y2="44198"/>
                        <a14:foregroundMark x1="12986" y1="44198" x2="19861" y2="34691"/>
                        <a14:foregroundMark x1="19861" y1="34691" x2="11528" y2="43580"/>
                        <a14:foregroundMark x1="11528" y1="43580" x2="7986" y2="39506"/>
                        <a14:foregroundMark x1="8472" y1="86543" x2="7986" y2="68765"/>
                        <a14:foregroundMark x1="7986" y1="68765" x2="8472" y2="65185"/>
                        <a14:foregroundMark x1="90069" y1="47037" x2="84028" y2="44321"/>
                        <a14:foregroundMark x1="84028" y1="44321" x2="84444" y2="32099"/>
                        <a14:foregroundMark x1="84444" y1="32099" x2="81181" y2="47037"/>
                        <a14:foregroundMark x1="81181" y1="47037" x2="75486" y2="49630"/>
                        <a14:foregroundMark x1="85139" y1="28025" x2="89167" y2="28148"/>
                        <a14:foregroundMark x1="89167" y1="28148" x2="91319" y2="33704"/>
                        <a14:foregroundMark x1="91319" y1="33704" x2="90625" y2="52469"/>
                        <a14:foregroundMark x1="90625" y1="52469" x2="88750" y2="56049"/>
                        <a14:foregroundMark x1="62431" y1="58642" x2="64097" y2="42840"/>
                        <a14:foregroundMark x1="64097" y1="42840" x2="67153" y2="39630"/>
                        <a14:foregroundMark x1="67153" y1="39630" x2="68264" y2="395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820" y="-476518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3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fd0-f792-86e6-8000-0000765cfc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64D4-CA84-5EA6-2604-D978E570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9837FA-5DC3-4050-D799-9EC3AF28A6D3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AE68F-824E-D05D-B747-61E5C23D1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77" y="3168263"/>
            <a:ext cx="11229046" cy="36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5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fcf-7802-809b-8000-0000afabb1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66FF-44EB-00E7-9FB8-03E5FFD07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4D1991-8DA3-E9B4-4A9E-C4C3B3171BCE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F7E6A-2782-85DE-337C-29C5A50B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77" y="3168263"/>
            <a:ext cx="11229046" cy="36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7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fd3-6b12-8dc8-8000-00004c69f7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07DE-954A-385F-54DF-D6D67F13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6DA470-3205-E1D6-240F-DCDCD731717A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FF205-1264-72E7-1F2B-FA893F34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77" y="3168263"/>
            <a:ext cx="11229046" cy="36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7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e052-a972-8c53-8000-0000f57cf1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0934-E3C0-D0F4-4702-1B585BB2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7B169F-CFEC-7EE4-1645-918335B961F0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81C8EF-77F8-6D3E-CAB4-0CFDD6D4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086" y="160659"/>
            <a:ext cx="7953828" cy="99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32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12-b902-8078-8000-00000999d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12-3de2-84d5-8000-0000579c82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14-29e2-88a6-8000-0000f0e43e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5c-24d2-81e8-8000-0000721f34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28-a912-860a-8000-0000cc77c2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ECAA8B-BD96-529B-FA7E-55ECF4BD70D6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CD8A3-2996-9AE7-BB26-1DDAB0BC4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904" y="15727"/>
            <a:ext cx="12213767" cy="1027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30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72ED-B256-2D8D-F936-C6925975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764FA5-31D0-4341-98A5-378697CDE70A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DA88A-4F0A-DB21-43DC-5275431E1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268" y="487402"/>
            <a:ext cx="12369464" cy="893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892B43-2BE4-D17A-3E6C-BAAA6929F2F7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https://kimi-img.moonshot.cn/pub/slides/banana/19ade32a-5952-854c-8000-00001ccc21da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403" r="92292">
                        <a14:foregroundMark x1="20764" y1="41358" x2="16944" y2="40370"/>
                        <a14:foregroundMark x1="16944" y1="40370" x2="21319" y2="45679"/>
                        <a14:foregroundMark x1="21319" y1="45679" x2="16111" y2="47407"/>
                        <a14:foregroundMark x1="86736" y1="41358" x2="84722" y2="44938"/>
                        <a14:foregroundMark x1="84722" y1="44938" x2="82708" y2="39383"/>
                        <a14:foregroundMark x1="82708" y1="39383" x2="81736" y2="45432"/>
                        <a14:foregroundMark x1="81736" y1="45432" x2="83333" y2="39012"/>
                        <a14:foregroundMark x1="83333" y1="39012" x2="84236" y2="45432"/>
                        <a14:foregroundMark x1="81806" y1="50988" x2="87500" y2="49753"/>
                        <a14:foregroundMark x1="87500" y1="49753" x2="83958" y2="47284"/>
                        <a14:foregroundMark x1="83958" y1="47284" x2="82708" y2="49753"/>
                        <a14:foregroundMark x1="85694" y1="51235" x2="89028" y2="51852"/>
                        <a14:foregroundMark x1="89028" y1="51852" x2="92083" y2="46420"/>
                        <a14:foregroundMark x1="92083" y1="46420" x2="92292" y2="42716"/>
                        <a14:foregroundMark x1="24097" y1="48395" x2="17986" y2="49753"/>
                        <a14:foregroundMark x1="17986" y1="49753" x2="9722" y2="45432"/>
                        <a14:foregroundMark x1="9722" y1="45432" x2="12569" y2="35432"/>
                        <a14:foregroundMark x1="12569" y1="35432" x2="20833" y2="34198"/>
                        <a14:foregroundMark x1="20833" y1="34198" x2="21319" y2="34444"/>
                        <a14:foregroundMark x1="40972" y1="48519" x2="45972" y2="51975"/>
                        <a14:foregroundMark x1="45972" y1="51975" x2="58125" y2="43333"/>
                        <a14:foregroundMark x1="58125" y1="43333" x2="41319" y2="36790"/>
                        <a14:foregroundMark x1="41319" y1="36790" x2="50417" y2="48395"/>
                        <a14:foregroundMark x1="50417" y1="48395" x2="66181" y2="42716"/>
                        <a14:foregroundMark x1="9514" y1="68148" x2="9653" y2="80988"/>
                        <a14:foregroundMark x1="9653" y1="80988" x2="8403" y2="87284"/>
                        <a14:foregroundMark x1="8403" y1="87284" x2="8472" y2="87284"/>
                        <a14:foregroundMark x1="58194" y1="52716" x2="50903" y2="54321"/>
                        <a14:foregroundMark x1="50903" y1="54321" x2="36806" y2="46790"/>
                        <a14:foregroundMark x1="36806" y1="46790" x2="37292" y2="34568"/>
                        <a14:foregroundMark x1="37292" y1="34568" x2="47083" y2="32222"/>
                        <a14:foregroundMark x1="47083" y1="32222" x2="61806" y2="34321"/>
                        <a14:foregroundMark x1="61806" y1="34321" x2="59931" y2="45679"/>
                        <a14:foregroundMark x1="59931" y1="45679" x2="46181" y2="53333"/>
                        <a14:foregroundMark x1="46181" y1="53333" x2="39861" y2="53580"/>
                        <a14:foregroundMark x1="88681" y1="45062" x2="84583" y2="49136"/>
                        <a14:foregroundMark x1="84583" y1="49136" x2="75139" y2="52099"/>
                        <a14:foregroundMark x1="75139" y1="52099" x2="72500" y2="46790"/>
                        <a14:foregroundMark x1="72500" y1="46790" x2="77222" y2="46296"/>
                        <a14:foregroundMark x1="77222" y1="46296" x2="78542" y2="491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508000"/>
            <a:ext cx="18288000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300CEC-3A69-E919-C97E-E7969BD274C0}"/>
              </a:ext>
            </a:extLst>
          </p:cNvPr>
          <p:cNvSpPr txBox="1"/>
          <p:nvPr/>
        </p:nvSpPr>
        <p:spPr>
          <a:xfrm>
            <a:off x="4194628" y="783772"/>
            <a:ext cx="9376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Why fails?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401D9-DE8D-D874-9B39-CAB06112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DBEB89-345F-487C-207D-FEBF807FE3D0}"/>
              </a:ext>
            </a:extLst>
          </p:cNvPr>
          <p:cNvSpPr/>
          <p:nvPr/>
        </p:nvSpPr>
        <p:spPr>
          <a:xfrm>
            <a:off x="-334851" y="-59565"/>
            <a:ext cx="19215279" cy="10406130"/>
          </a:xfrm>
          <a:prstGeom prst="rect">
            <a:avLst/>
          </a:prstGeom>
          <a:solidFill>
            <a:srgbClr val="1F2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A069E-9E73-6858-E5B8-AED940BDFD2F}"/>
              </a:ext>
            </a:extLst>
          </p:cNvPr>
          <p:cNvSpPr txBox="1"/>
          <p:nvPr/>
        </p:nvSpPr>
        <p:spPr>
          <a:xfrm>
            <a:off x="4194628" y="783772"/>
            <a:ext cx="93762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Why fails?</a:t>
            </a:r>
          </a:p>
        </p:txBody>
      </p:sp>
      <p:pic>
        <p:nvPicPr>
          <p:cNvPr id="5" name="Image 0" descr="https://kimi-img.moonshot.cn/pub/slides/banana/19ade0b3-1c12-86db-8000-0000f91ac6c2.png">
            <a:extLst>
              <a:ext uri="{FF2B5EF4-FFF2-40B4-BE49-F238E27FC236}">
                <a16:creationId xmlns:a16="http://schemas.microsoft.com/office/drawing/2014/main" id="{7C77EFAE-753C-BF1A-A31C-0AA9D435A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4851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1846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33-06e2-8f0f-8000-000083bcd2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a46d-4d32-86db-8000-000016d162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22</Words>
  <Application>Microsoft Office PowerPoint</Application>
  <PresentationFormat>Custom</PresentationFormat>
  <Paragraphs>18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HEO: Algorithm, Results &amp; Reproducibility Crisis</dc:title>
  <dc:subject>Reproducing HEO: Algorithm, Results &amp; Reproducibility Crisis</dc:subject>
  <dc:creator>Kimi</dc:creator>
  <cp:lastModifiedBy>solta</cp:lastModifiedBy>
  <cp:revision>3</cp:revision>
  <dcterms:created xsi:type="dcterms:W3CDTF">2025-11-28T11:49:46Z</dcterms:created>
  <dcterms:modified xsi:type="dcterms:W3CDTF">2025-12-14T10:23:32Z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{"Label":"Reproducing HEO: Algorithm, Results &amp; Reproducibility Crisis","ContentProducer":"001191110108MACG2KBH8F10000","ProduceID":"d4kogi852ceoqgrb4ijg","ReservedCode1":"","ContentPropagator":"001191110108MACG2KBH8F20000","PropagateID":"d4kogi852ceoqgrb4ijg","ReservedCode2":""}</vt:lpwstr>
  </property>
</Properties>
</file>